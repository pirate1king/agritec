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9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9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3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0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0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5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0D9F0-32CA-446E-8B4C-1F9A0BCFF1E4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98" y="4633914"/>
            <a:ext cx="11606213" cy="210978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2400" dirty="0" smtClean="0"/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Globacid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</a:rPr>
              <a:t>dw</a:t>
            </a:r>
            <a:r>
              <a:rPr lang="en-US" sz="2400" b="1" dirty="0" smtClean="0">
                <a:solidFill>
                  <a:srgbClr val="FF0000"/>
                </a:solidFill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</a:rPr>
              <a:t>Pháp</a:t>
            </a:r>
            <a:r>
              <a:rPr lang="en-US" sz="2400" b="1" dirty="0" smtClean="0">
                <a:solidFill>
                  <a:srgbClr val="FF0000"/>
                </a:solidFill>
              </a:rPr>
              <a:t>) + </a:t>
            </a:r>
            <a:r>
              <a:rPr lang="en-US" sz="2400" b="1" dirty="0" err="1" smtClean="0">
                <a:solidFill>
                  <a:srgbClr val="FF0000"/>
                </a:solidFill>
              </a:rPr>
              <a:t>Mixtron</a:t>
            </a:r>
            <a:r>
              <a:rPr lang="en-US" sz="2400" b="1" dirty="0" smtClean="0">
                <a:solidFill>
                  <a:srgbClr val="FF0000"/>
                </a:solidFill>
              </a:rPr>
              <a:t> (Ý): </a:t>
            </a:r>
            <a:r>
              <a:rPr lang="vi-VN" sz="2400" b="1" dirty="0" smtClean="0">
                <a:solidFill>
                  <a:srgbClr val="00B0F0"/>
                </a:solidFill>
              </a:rPr>
              <a:t>Acid hoá đường nước uống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về</a:t>
            </a:r>
            <a:r>
              <a:rPr lang="vi-VN" sz="2400" b="1" dirty="0" smtClean="0">
                <a:solidFill>
                  <a:srgbClr val="00B0F0"/>
                </a:solidFill>
              </a:rPr>
              <a:t> pH 3.5-4.5</a:t>
            </a:r>
            <a:r>
              <a:rPr lang="en-US" sz="2400" b="1" dirty="0" smtClean="0">
                <a:solidFill>
                  <a:srgbClr val="00B0F0"/>
                </a:solidFill>
              </a:rPr>
              <a:t>. 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 an </a:t>
            </a:r>
            <a:r>
              <a:rPr lang="en-US" sz="2400" dirty="0" err="1" smtClean="0"/>
              <a:t>toàn</a:t>
            </a:r>
            <a:r>
              <a:rPr lang="en-US" sz="2400" dirty="0" smtClean="0"/>
              <a:t> </a:t>
            </a:r>
            <a:r>
              <a:rPr lang="en-US" sz="2400" dirty="0" err="1" smtClean="0"/>
              <a:t>bền</a:t>
            </a:r>
            <a:r>
              <a:rPr lang="en-US" sz="2400" dirty="0" smtClean="0"/>
              <a:t> </a:t>
            </a:r>
            <a:r>
              <a:rPr lang="en-US" sz="2400" dirty="0" err="1" smtClean="0"/>
              <a:t>vững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nước</a:t>
            </a:r>
            <a:r>
              <a:rPr lang="en-US" sz="2400" dirty="0" smtClean="0"/>
              <a:t> </a:t>
            </a:r>
            <a:r>
              <a:rPr lang="en-US" sz="2400" dirty="0" err="1" smtClean="0"/>
              <a:t>uống</a:t>
            </a:r>
            <a:r>
              <a:rPr lang="en-US" sz="2400" dirty="0" smtClean="0"/>
              <a:t> </a:t>
            </a:r>
            <a:r>
              <a:rPr lang="en-US" sz="2400" dirty="0" err="1" smtClean="0"/>
              <a:t>chăn</a:t>
            </a:r>
            <a:r>
              <a:rPr lang="en-US" sz="2400" dirty="0" smtClean="0"/>
              <a:t> </a:t>
            </a:r>
            <a:r>
              <a:rPr lang="en-US" sz="2400" dirty="0" err="1" smtClean="0"/>
              <a:t>nuôi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môi</a:t>
            </a:r>
            <a:r>
              <a:rPr lang="en-US" sz="2400" dirty="0" smtClean="0"/>
              <a:t> </a:t>
            </a:r>
            <a:r>
              <a:rPr lang="en-US" sz="2400" dirty="0" err="1" smtClean="0"/>
              <a:t>trường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nước</a:t>
            </a:r>
            <a:r>
              <a:rPr lang="en-US" sz="2400" dirty="0" smtClean="0"/>
              <a:t> </a:t>
            </a:r>
            <a:r>
              <a:rPr lang="en-US" sz="2400" dirty="0" err="1" smtClean="0"/>
              <a:t>cứng</a:t>
            </a:r>
            <a:r>
              <a:rPr lang="en-US" sz="2400" dirty="0" smtClean="0"/>
              <a:t>, </a:t>
            </a:r>
            <a:r>
              <a:rPr lang="en-US" sz="2400" dirty="0" err="1" smtClean="0"/>
              <a:t>phèn</a:t>
            </a:r>
            <a:r>
              <a:rPr lang="en-US" sz="2400" dirty="0" smtClean="0"/>
              <a:t>, </a:t>
            </a:r>
            <a:r>
              <a:rPr lang="en-US" sz="2400" dirty="0" err="1" smtClean="0"/>
              <a:t>nhiễm</a:t>
            </a:r>
            <a:r>
              <a:rPr lang="en-US" sz="2400" dirty="0" smtClean="0"/>
              <a:t> </a:t>
            </a:r>
            <a:r>
              <a:rPr lang="en-US" sz="2400" dirty="0" err="1" smtClean="0"/>
              <a:t>bẩn</a:t>
            </a:r>
            <a:r>
              <a:rPr lang="en-US" sz="2400" dirty="0" smtClean="0"/>
              <a:t>: </a:t>
            </a:r>
            <a:r>
              <a:rPr lang="vi-VN" sz="2400" dirty="0" smtClean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+ </a:t>
            </a:r>
            <a:r>
              <a:rPr lang="vi-VN" sz="2400" dirty="0" smtClean="0"/>
              <a:t>Sát trùng</a:t>
            </a:r>
            <a:r>
              <a:rPr lang="en-US" sz="2400" dirty="0"/>
              <a:t> </a:t>
            </a:r>
            <a:r>
              <a:rPr lang="en-US" sz="2400" dirty="0" err="1" smtClean="0"/>
              <a:t>nước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vi-VN" sz="2400" dirty="0" smtClean="0"/>
              <a:t>đường nước</a:t>
            </a:r>
            <a:r>
              <a:rPr lang="en-US" sz="2400" dirty="0" smtClean="0"/>
              <a:t> </a:t>
            </a:r>
            <a:r>
              <a:rPr lang="en-US" sz="2400" dirty="0" err="1" smtClean="0"/>
              <a:t>uống</a:t>
            </a:r>
            <a:r>
              <a:rPr lang="vi-VN" sz="2400" dirty="0" smtClean="0"/>
              <a:t>, </a:t>
            </a:r>
            <a:r>
              <a:rPr lang="vi-VN" sz="2400" dirty="0"/>
              <a:t>khắc chế vi khuẩn, </a:t>
            </a:r>
            <a:r>
              <a:rPr lang="vi-VN" sz="2400" dirty="0" smtClean="0"/>
              <a:t>virus</a:t>
            </a:r>
            <a:r>
              <a:rPr lang="en-US" sz="2400" dirty="0" smtClean="0"/>
              <a:t> </a:t>
            </a:r>
            <a:r>
              <a:rPr lang="en-US" sz="2400" dirty="0" err="1" smtClean="0"/>
              <a:t>gây</a:t>
            </a:r>
            <a:r>
              <a:rPr lang="en-US" sz="2400" dirty="0" smtClean="0"/>
              <a:t> </a:t>
            </a:r>
            <a:r>
              <a:rPr lang="en-US" sz="2400" dirty="0" err="1" smtClean="0"/>
              <a:t>bệnh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+ C</a:t>
            </a:r>
            <a:r>
              <a:rPr lang="vi-VN" sz="2400" dirty="0" smtClean="0"/>
              <a:t>ải </a:t>
            </a:r>
            <a:r>
              <a:rPr lang="vi-VN" sz="2400" dirty="0"/>
              <a:t>thiệu tiêu hoá hấp thu, hỗ trợ tăng </a:t>
            </a:r>
            <a:r>
              <a:rPr lang="vi-VN" sz="2400" dirty="0" smtClean="0"/>
              <a:t>trọng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+ </a:t>
            </a:r>
            <a:r>
              <a:rPr lang="en-US" sz="2400" dirty="0" err="1" smtClean="0"/>
              <a:t>Giảm</a:t>
            </a:r>
            <a:r>
              <a:rPr lang="en-US" sz="2400" dirty="0" smtClean="0"/>
              <a:t> </a:t>
            </a:r>
            <a:r>
              <a:rPr lang="en-US" sz="2400" dirty="0" err="1" smtClean="0"/>
              <a:t>mùi</a:t>
            </a:r>
            <a:r>
              <a:rPr lang="en-US" sz="2400" dirty="0" smtClean="0"/>
              <a:t> </a:t>
            </a:r>
            <a:r>
              <a:rPr lang="en-US" sz="2400" dirty="0" err="1" smtClean="0"/>
              <a:t>hôi</a:t>
            </a:r>
            <a:r>
              <a:rPr lang="en-US" sz="2400" dirty="0" smtClean="0"/>
              <a:t> </a:t>
            </a:r>
            <a:r>
              <a:rPr lang="en-US" sz="2400" dirty="0" err="1" smtClean="0"/>
              <a:t>trang</a:t>
            </a:r>
            <a:r>
              <a:rPr lang="en-US" sz="2400" dirty="0" smtClean="0"/>
              <a:t> </a:t>
            </a:r>
            <a:r>
              <a:rPr lang="en-US" sz="2400" dirty="0" err="1" smtClean="0"/>
              <a:t>trại</a:t>
            </a:r>
            <a:r>
              <a:rPr lang="en-US" sz="24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2" y="223837"/>
            <a:ext cx="4410077" cy="44100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912" b="1"/>
          <a:stretch/>
        </p:blipFill>
        <p:spPr>
          <a:xfrm>
            <a:off x="6938962" y="42863"/>
            <a:ext cx="2495176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5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Globacid dw (Pháp) + Mixtron (Ý): Acid hoá đường nước uống về pH 3.5-4.5.   Giải pháp an toàn bền vững để xử lý nước uống chăn nuôi cho môi trường nước cứng, phèn, nhiễm bẩn:   + Sát trùng nước và đường nước uống, khắc chế vi khuẩn, virus gây bệnh. + Cải thiệu tiêu hoá hấp thu, hỗ trợ tăng trọng. + Giảm mùi hôi trang trại.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Globacid dw (Pháp) + Mixtron (Ý) giải pháp xử lý nước uống chăn nuôi cho môi trường nước cứng, phèn, nhiễm bẩn:Acid hoá đường nước uống pH 3.5-4.5. Giúp:   + Sát trùng nước và đường nước uống, khắc chế vi khuẩn, virus gây bệnh + Cải thiệu tiêu hoá hấp thu, hỗ trợ tăng trọng  </dc:title>
  <dc:creator>Admin</dc:creator>
  <cp:lastModifiedBy>Admin</cp:lastModifiedBy>
  <cp:revision>4</cp:revision>
  <dcterms:created xsi:type="dcterms:W3CDTF">2025-12-06T04:31:35Z</dcterms:created>
  <dcterms:modified xsi:type="dcterms:W3CDTF">2025-12-06T04:53:24Z</dcterms:modified>
</cp:coreProperties>
</file>