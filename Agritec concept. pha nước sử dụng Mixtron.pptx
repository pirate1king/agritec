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1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3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190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94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642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794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830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06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20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001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553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0D9F0-32CA-446E-8B4C-1F9A0BCFF1E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695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5728" y="4633914"/>
            <a:ext cx="12058650" cy="2109785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vi-VN" sz="2200" dirty="0" smtClean="0"/>
              <a:t> </a:t>
            </a:r>
            <a:r>
              <a:rPr lang="en-US" sz="2200" b="1" dirty="0" err="1" smtClean="0">
                <a:solidFill>
                  <a:srgbClr val="FF0000"/>
                </a:solidFill>
              </a:rPr>
              <a:t>Globacid</a:t>
            </a:r>
            <a:r>
              <a:rPr lang="en-US" sz="2200" b="1" dirty="0" smtClean="0">
                <a:solidFill>
                  <a:srgbClr val="FF0000"/>
                </a:solidFill>
              </a:rPr>
              <a:t> </a:t>
            </a:r>
            <a:r>
              <a:rPr lang="en-US" sz="2200" b="1" dirty="0" err="1" smtClean="0">
                <a:solidFill>
                  <a:srgbClr val="FF0000"/>
                </a:solidFill>
              </a:rPr>
              <a:t>dw</a:t>
            </a:r>
            <a:r>
              <a:rPr lang="en-US" sz="2200" b="1" dirty="0" smtClean="0">
                <a:solidFill>
                  <a:srgbClr val="FF0000"/>
                </a:solidFill>
              </a:rPr>
              <a:t> (</a:t>
            </a:r>
            <a:r>
              <a:rPr lang="en-US" sz="2200" b="1" dirty="0" err="1" smtClean="0">
                <a:solidFill>
                  <a:srgbClr val="FF0000"/>
                </a:solidFill>
              </a:rPr>
              <a:t>Pháp</a:t>
            </a:r>
            <a:r>
              <a:rPr lang="en-US" sz="2200" b="1" dirty="0" smtClean="0">
                <a:solidFill>
                  <a:srgbClr val="FF0000"/>
                </a:solidFill>
              </a:rPr>
              <a:t>) + </a:t>
            </a:r>
            <a:r>
              <a:rPr lang="en-US" sz="2200" b="1" dirty="0" err="1" smtClean="0">
                <a:solidFill>
                  <a:srgbClr val="FF0000"/>
                </a:solidFill>
              </a:rPr>
              <a:t>Mixtron</a:t>
            </a:r>
            <a:r>
              <a:rPr lang="en-US" sz="2200" b="1" dirty="0" smtClean="0">
                <a:solidFill>
                  <a:srgbClr val="FF0000"/>
                </a:solidFill>
              </a:rPr>
              <a:t> (Ý): </a:t>
            </a:r>
            <a:r>
              <a:rPr lang="en-US" sz="2200" b="1" dirty="0" err="1">
                <a:solidFill>
                  <a:srgbClr val="00B0F0"/>
                </a:solidFill>
              </a:rPr>
              <a:t>H</a:t>
            </a:r>
            <a:r>
              <a:rPr lang="en-US" sz="2200" b="1" dirty="0" err="1" smtClean="0">
                <a:solidFill>
                  <a:srgbClr val="00B0F0"/>
                </a:solidFill>
              </a:rPr>
              <a:t>ỗn</a:t>
            </a:r>
            <a:r>
              <a:rPr lang="en-US" sz="2200" b="1" dirty="0" smtClean="0">
                <a:solidFill>
                  <a:srgbClr val="00B0F0"/>
                </a:solidFill>
              </a:rPr>
              <a:t> </a:t>
            </a:r>
            <a:r>
              <a:rPr lang="en-US" sz="2200" b="1" dirty="0" err="1" smtClean="0">
                <a:solidFill>
                  <a:srgbClr val="00B0F0"/>
                </a:solidFill>
              </a:rPr>
              <a:t>Hợp</a:t>
            </a:r>
            <a:r>
              <a:rPr lang="en-US" sz="2200" b="1" dirty="0" smtClean="0">
                <a:solidFill>
                  <a:srgbClr val="00B0F0"/>
                </a:solidFill>
              </a:rPr>
              <a:t> Acid </a:t>
            </a:r>
            <a:r>
              <a:rPr lang="en-US" sz="2200" b="1" dirty="0" err="1" smtClean="0">
                <a:solidFill>
                  <a:srgbClr val="00B0F0"/>
                </a:solidFill>
              </a:rPr>
              <a:t>hữu</a:t>
            </a:r>
            <a:r>
              <a:rPr lang="en-US" sz="2200" b="1" dirty="0" smtClean="0">
                <a:solidFill>
                  <a:srgbClr val="00B0F0"/>
                </a:solidFill>
              </a:rPr>
              <a:t> </a:t>
            </a:r>
            <a:r>
              <a:rPr lang="en-US" sz="2200" b="1" dirty="0" err="1" smtClean="0">
                <a:solidFill>
                  <a:srgbClr val="00B0F0"/>
                </a:solidFill>
              </a:rPr>
              <a:t>cơ</a:t>
            </a:r>
            <a:r>
              <a:rPr lang="en-US" sz="2200" b="1" dirty="0" smtClean="0">
                <a:solidFill>
                  <a:srgbClr val="00B0F0"/>
                </a:solidFill>
              </a:rPr>
              <a:t> acid</a:t>
            </a:r>
            <a:r>
              <a:rPr lang="vi-VN" sz="2200" b="1" dirty="0" smtClean="0">
                <a:solidFill>
                  <a:srgbClr val="00B0F0"/>
                </a:solidFill>
              </a:rPr>
              <a:t> hoá </a:t>
            </a:r>
            <a:r>
              <a:rPr lang="vi-VN" sz="2200" b="1" dirty="0" smtClean="0">
                <a:solidFill>
                  <a:srgbClr val="00B0F0"/>
                </a:solidFill>
              </a:rPr>
              <a:t>nước uống</a:t>
            </a:r>
            <a:r>
              <a:rPr lang="en-US" sz="2200" b="1" dirty="0" smtClean="0">
                <a:solidFill>
                  <a:srgbClr val="00B0F0"/>
                </a:solidFill>
              </a:rPr>
              <a:t> </a:t>
            </a:r>
            <a:r>
              <a:rPr lang="en-US" sz="2200" b="1" dirty="0" err="1" smtClean="0">
                <a:solidFill>
                  <a:srgbClr val="00B0F0"/>
                </a:solidFill>
              </a:rPr>
              <a:t>về</a:t>
            </a:r>
            <a:r>
              <a:rPr lang="vi-VN" sz="2200" b="1" dirty="0" smtClean="0">
                <a:solidFill>
                  <a:srgbClr val="00B0F0"/>
                </a:solidFill>
              </a:rPr>
              <a:t> pH 3.5-4.5</a:t>
            </a:r>
            <a:r>
              <a:rPr lang="en-US" sz="2200" b="1" dirty="0" smtClean="0">
                <a:solidFill>
                  <a:srgbClr val="00B0F0"/>
                </a:solidFill>
              </a:rPr>
              <a:t>.  </a:t>
            </a: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err="1" smtClean="0"/>
              <a:t>Giải</a:t>
            </a:r>
            <a:r>
              <a:rPr lang="en-US" sz="2200" dirty="0" smtClean="0"/>
              <a:t> </a:t>
            </a:r>
            <a:r>
              <a:rPr lang="en-US" sz="2200" dirty="0" err="1" smtClean="0"/>
              <a:t>pháp</a:t>
            </a:r>
            <a:r>
              <a:rPr lang="en-US" sz="2200" dirty="0" smtClean="0"/>
              <a:t> an </a:t>
            </a:r>
            <a:r>
              <a:rPr lang="en-US" sz="2200" dirty="0" err="1" smtClean="0"/>
              <a:t>toàn</a:t>
            </a:r>
            <a:r>
              <a:rPr lang="en-US" sz="2200" dirty="0" smtClean="0"/>
              <a:t> </a:t>
            </a:r>
            <a:r>
              <a:rPr lang="en-US" sz="2200" dirty="0" err="1" smtClean="0"/>
              <a:t>bền</a:t>
            </a:r>
            <a:r>
              <a:rPr lang="en-US" sz="2200" dirty="0" smtClean="0"/>
              <a:t> </a:t>
            </a:r>
            <a:r>
              <a:rPr lang="en-US" sz="2200" dirty="0" err="1" smtClean="0"/>
              <a:t>vững</a:t>
            </a:r>
            <a:r>
              <a:rPr lang="en-US" sz="2200" dirty="0" smtClean="0"/>
              <a:t> </a:t>
            </a:r>
            <a:r>
              <a:rPr lang="en-US" sz="2200" dirty="0" err="1" smtClean="0"/>
              <a:t>để</a:t>
            </a:r>
            <a:r>
              <a:rPr lang="en-US" sz="2200" dirty="0" smtClean="0"/>
              <a:t> </a:t>
            </a:r>
            <a:r>
              <a:rPr lang="en-US" sz="2200" dirty="0" err="1" smtClean="0"/>
              <a:t>xử</a:t>
            </a:r>
            <a:r>
              <a:rPr lang="en-US" sz="2200" dirty="0" smtClean="0"/>
              <a:t> </a:t>
            </a:r>
            <a:r>
              <a:rPr lang="en-US" sz="2200" dirty="0" err="1" smtClean="0"/>
              <a:t>lý</a:t>
            </a:r>
            <a:r>
              <a:rPr lang="en-US" sz="2200" dirty="0" smtClean="0"/>
              <a:t> </a:t>
            </a:r>
            <a:r>
              <a:rPr lang="en-US" sz="2200" dirty="0" err="1" smtClean="0"/>
              <a:t>nước</a:t>
            </a:r>
            <a:r>
              <a:rPr lang="en-US" sz="2200" dirty="0" smtClean="0"/>
              <a:t> </a:t>
            </a:r>
            <a:r>
              <a:rPr lang="en-US" sz="2200" dirty="0" err="1" smtClean="0"/>
              <a:t>uống</a:t>
            </a:r>
            <a:r>
              <a:rPr lang="en-US" sz="2200" dirty="0" smtClean="0"/>
              <a:t> </a:t>
            </a:r>
            <a:r>
              <a:rPr lang="en-US" sz="2200" dirty="0" err="1" smtClean="0"/>
              <a:t>chăn</a:t>
            </a:r>
            <a:r>
              <a:rPr lang="en-US" sz="2200" dirty="0" smtClean="0"/>
              <a:t> </a:t>
            </a:r>
            <a:r>
              <a:rPr lang="en-US" sz="2200" dirty="0" err="1" smtClean="0"/>
              <a:t>nuôi</a:t>
            </a:r>
            <a:r>
              <a:rPr lang="en-US" sz="2200" dirty="0" smtClean="0"/>
              <a:t> </a:t>
            </a:r>
            <a:r>
              <a:rPr lang="en-US" sz="2200" dirty="0" err="1" smtClean="0"/>
              <a:t>cho</a:t>
            </a:r>
            <a:r>
              <a:rPr lang="en-US" sz="2200" dirty="0" smtClean="0"/>
              <a:t> </a:t>
            </a:r>
            <a:r>
              <a:rPr lang="en-US" sz="2200" dirty="0" err="1" smtClean="0"/>
              <a:t>môi</a:t>
            </a:r>
            <a:r>
              <a:rPr lang="en-US" sz="2200" dirty="0" smtClean="0"/>
              <a:t> </a:t>
            </a:r>
            <a:r>
              <a:rPr lang="en-US" sz="2200" dirty="0" err="1" smtClean="0"/>
              <a:t>trường</a:t>
            </a:r>
            <a:r>
              <a:rPr lang="en-US" sz="2200" dirty="0" smtClean="0"/>
              <a:t> </a:t>
            </a:r>
            <a:r>
              <a:rPr lang="en-US" sz="2200" dirty="0" err="1" smtClean="0"/>
              <a:t>nước</a:t>
            </a:r>
            <a:r>
              <a:rPr lang="en-US" sz="2200" dirty="0" smtClean="0"/>
              <a:t> </a:t>
            </a:r>
            <a:r>
              <a:rPr lang="en-US" sz="2200" dirty="0" err="1" smtClean="0"/>
              <a:t>cứng</a:t>
            </a:r>
            <a:r>
              <a:rPr lang="en-US" sz="2200" dirty="0" smtClean="0"/>
              <a:t>, </a:t>
            </a:r>
            <a:r>
              <a:rPr lang="en-US" sz="2200" dirty="0" err="1" smtClean="0"/>
              <a:t>phèn</a:t>
            </a:r>
            <a:r>
              <a:rPr lang="en-US" sz="2200" dirty="0" smtClean="0"/>
              <a:t>, </a:t>
            </a:r>
            <a:r>
              <a:rPr lang="en-US" sz="2200" dirty="0" err="1" smtClean="0"/>
              <a:t>nhiễm</a:t>
            </a:r>
            <a:r>
              <a:rPr lang="en-US" sz="2200" dirty="0" smtClean="0"/>
              <a:t> </a:t>
            </a:r>
            <a:r>
              <a:rPr lang="en-US" sz="2200" dirty="0" err="1" smtClean="0"/>
              <a:t>bẩn</a:t>
            </a:r>
            <a:r>
              <a:rPr lang="en-US" sz="2200" dirty="0" smtClean="0"/>
              <a:t>: </a:t>
            </a:r>
            <a:r>
              <a:rPr lang="vi-VN" sz="2200" dirty="0" smtClean="0"/>
              <a:t> </a:t>
            </a: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>+ </a:t>
            </a:r>
            <a:r>
              <a:rPr lang="vi-VN" sz="2200" dirty="0" smtClean="0"/>
              <a:t>Sát trùng</a:t>
            </a:r>
            <a:r>
              <a:rPr lang="en-US" sz="2200" dirty="0"/>
              <a:t> </a:t>
            </a:r>
            <a:r>
              <a:rPr lang="en-US" sz="2200" dirty="0" err="1" smtClean="0"/>
              <a:t>nước</a:t>
            </a:r>
            <a:r>
              <a:rPr lang="en-US" sz="2200" dirty="0" smtClean="0"/>
              <a:t> </a:t>
            </a:r>
            <a:r>
              <a:rPr lang="en-US" sz="2200" dirty="0" err="1" smtClean="0"/>
              <a:t>và</a:t>
            </a:r>
            <a:r>
              <a:rPr lang="en-US" sz="2200" dirty="0" smtClean="0"/>
              <a:t> </a:t>
            </a:r>
            <a:r>
              <a:rPr lang="vi-VN" sz="2200" dirty="0" smtClean="0"/>
              <a:t>đường nước</a:t>
            </a:r>
            <a:r>
              <a:rPr lang="en-US" sz="2200" dirty="0" smtClean="0"/>
              <a:t> </a:t>
            </a:r>
            <a:r>
              <a:rPr lang="en-US" sz="2200" dirty="0" err="1" smtClean="0"/>
              <a:t>uống</a:t>
            </a:r>
            <a:r>
              <a:rPr lang="vi-VN" sz="2200" dirty="0" smtClean="0"/>
              <a:t>, </a:t>
            </a:r>
            <a:r>
              <a:rPr lang="vi-VN" sz="2200" dirty="0"/>
              <a:t>khắc chế vi khuẩn, </a:t>
            </a:r>
            <a:r>
              <a:rPr lang="vi-VN" sz="2200" dirty="0" smtClean="0"/>
              <a:t>virus</a:t>
            </a:r>
            <a:r>
              <a:rPr lang="en-US" sz="2200" dirty="0" smtClean="0"/>
              <a:t> </a:t>
            </a:r>
            <a:r>
              <a:rPr lang="en-US" sz="2200" dirty="0" err="1" smtClean="0"/>
              <a:t>gây</a:t>
            </a:r>
            <a:r>
              <a:rPr lang="en-US" sz="2200" dirty="0" smtClean="0"/>
              <a:t> </a:t>
            </a:r>
            <a:r>
              <a:rPr lang="en-US" sz="2200" dirty="0" err="1" smtClean="0"/>
              <a:t>bệnh</a:t>
            </a:r>
            <a:r>
              <a:rPr lang="en-US" sz="2200" dirty="0" smtClean="0"/>
              <a:t>.</a:t>
            </a:r>
            <a:br>
              <a:rPr lang="en-US" sz="2200" dirty="0" smtClean="0"/>
            </a:br>
            <a:r>
              <a:rPr lang="en-US" sz="2200" dirty="0" smtClean="0"/>
              <a:t>+ C</a:t>
            </a:r>
            <a:r>
              <a:rPr lang="vi-VN" sz="2200" dirty="0" smtClean="0"/>
              <a:t>ải </a:t>
            </a:r>
            <a:r>
              <a:rPr lang="vi-VN" sz="2200" dirty="0"/>
              <a:t>thiệu tiêu hoá hấp thu, hỗ trợ tăng </a:t>
            </a:r>
            <a:r>
              <a:rPr lang="vi-VN" sz="2200" dirty="0" smtClean="0"/>
              <a:t>trọng</a:t>
            </a:r>
            <a:r>
              <a:rPr lang="en-US" sz="2200" dirty="0" smtClean="0"/>
              <a:t>.</a:t>
            </a:r>
            <a:br>
              <a:rPr lang="en-US" sz="2200" dirty="0" smtClean="0"/>
            </a:br>
            <a:r>
              <a:rPr lang="en-US" sz="2200" dirty="0" smtClean="0"/>
              <a:t>+ </a:t>
            </a:r>
            <a:r>
              <a:rPr lang="en-US" sz="2200" dirty="0" err="1" smtClean="0"/>
              <a:t>Giảm</a:t>
            </a:r>
            <a:r>
              <a:rPr lang="en-US" sz="2200" dirty="0" smtClean="0"/>
              <a:t> </a:t>
            </a:r>
            <a:r>
              <a:rPr lang="en-US" sz="2200" dirty="0" err="1" smtClean="0"/>
              <a:t>mùi</a:t>
            </a:r>
            <a:r>
              <a:rPr lang="en-US" sz="2200" dirty="0" smtClean="0"/>
              <a:t> </a:t>
            </a:r>
            <a:r>
              <a:rPr lang="en-US" sz="2200" dirty="0" err="1" smtClean="0"/>
              <a:t>hôi</a:t>
            </a:r>
            <a:r>
              <a:rPr lang="en-US" sz="2200" dirty="0" smtClean="0"/>
              <a:t> </a:t>
            </a:r>
            <a:r>
              <a:rPr lang="en-US" sz="2200" dirty="0" err="1" smtClean="0"/>
              <a:t>trang</a:t>
            </a:r>
            <a:r>
              <a:rPr lang="en-US" sz="2200" dirty="0" smtClean="0"/>
              <a:t> </a:t>
            </a:r>
            <a:r>
              <a:rPr lang="en-US" sz="2200" dirty="0" err="1" smtClean="0"/>
              <a:t>trại</a:t>
            </a:r>
            <a:r>
              <a:rPr lang="en-US" sz="2200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422" y="223837"/>
            <a:ext cx="4410077" cy="441007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t="912" b="1"/>
          <a:stretch/>
        </p:blipFill>
        <p:spPr>
          <a:xfrm>
            <a:off x="6938962" y="42863"/>
            <a:ext cx="2495176" cy="4457700"/>
          </a:xfrm>
          <a:prstGeom prst="rect">
            <a:avLst/>
          </a:prstGeom>
        </p:spPr>
      </p:pic>
      <p:sp>
        <p:nvSpPr>
          <p:cNvPr id="5" name="Plus 4"/>
          <p:cNvSpPr/>
          <p:nvPr/>
        </p:nvSpPr>
        <p:spPr>
          <a:xfrm>
            <a:off x="5786438" y="1728788"/>
            <a:ext cx="700087" cy="571500"/>
          </a:xfrm>
          <a:prstGeom prst="mathPlu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856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0498" y="4633914"/>
            <a:ext cx="11606213" cy="2109785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vi-VN" sz="2400" dirty="0" smtClean="0"/>
              <a:t> </a:t>
            </a:r>
            <a:r>
              <a:rPr lang="en-US" sz="2400" b="1" dirty="0" err="1" smtClean="0">
                <a:solidFill>
                  <a:srgbClr val="FF0000"/>
                </a:solidFill>
              </a:rPr>
              <a:t>Butirex</a:t>
            </a:r>
            <a:r>
              <a:rPr lang="en-US" sz="2400" b="1" dirty="0" smtClean="0">
                <a:solidFill>
                  <a:srgbClr val="FF0000"/>
                </a:solidFill>
              </a:rPr>
              <a:t> (</a:t>
            </a:r>
            <a:r>
              <a:rPr lang="en-US" sz="2400" b="1" dirty="0" err="1" smtClean="0">
                <a:solidFill>
                  <a:srgbClr val="FF0000"/>
                </a:solidFill>
              </a:rPr>
              <a:t>Tây</a:t>
            </a:r>
            <a:r>
              <a:rPr lang="en-US" sz="2400" b="1" dirty="0" smtClean="0">
                <a:solidFill>
                  <a:srgbClr val="FF0000"/>
                </a:solidFill>
              </a:rPr>
              <a:t> Ban </a:t>
            </a:r>
            <a:r>
              <a:rPr lang="en-US" sz="2400" b="1" dirty="0" err="1" smtClean="0">
                <a:solidFill>
                  <a:srgbClr val="FF0000"/>
                </a:solidFill>
              </a:rPr>
              <a:t>Nha</a:t>
            </a:r>
            <a:r>
              <a:rPr lang="en-US" sz="2400" b="1" dirty="0" smtClean="0">
                <a:solidFill>
                  <a:srgbClr val="FF0000"/>
                </a:solidFill>
              </a:rPr>
              <a:t>) </a:t>
            </a:r>
            <a:r>
              <a:rPr lang="en-US" sz="2400" b="1" dirty="0" smtClean="0">
                <a:solidFill>
                  <a:srgbClr val="FF0000"/>
                </a:solidFill>
              </a:rPr>
              <a:t>+ </a:t>
            </a:r>
            <a:r>
              <a:rPr lang="en-US" sz="2400" b="1" dirty="0" err="1" smtClean="0">
                <a:solidFill>
                  <a:srgbClr val="FF0000"/>
                </a:solidFill>
              </a:rPr>
              <a:t>Mixtron</a:t>
            </a:r>
            <a:r>
              <a:rPr lang="en-US" sz="2400" b="1" dirty="0" smtClean="0">
                <a:solidFill>
                  <a:srgbClr val="FF0000"/>
                </a:solidFill>
              </a:rPr>
              <a:t> (Ý</a:t>
            </a:r>
            <a:r>
              <a:rPr lang="en-US" sz="2400" b="1" dirty="0" smtClean="0">
                <a:solidFill>
                  <a:srgbClr val="FF0000"/>
                </a:solidFill>
              </a:rPr>
              <a:t>): </a:t>
            </a:r>
            <a:r>
              <a:rPr lang="en-US" sz="2400" b="1" dirty="0" err="1" smtClean="0">
                <a:solidFill>
                  <a:srgbClr val="FF0000"/>
                </a:solidFill>
              </a:rPr>
              <a:t>Giải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</a:rPr>
              <a:t>pháp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</a:rPr>
              <a:t>cung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</a:rPr>
              <a:t>cấp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</a:rPr>
              <a:t>Butiric</a:t>
            </a:r>
            <a:r>
              <a:rPr lang="en-US" sz="2400" b="1" dirty="0" smtClean="0">
                <a:solidFill>
                  <a:srgbClr val="FF0000"/>
                </a:solidFill>
              </a:rPr>
              <a:t> tan </a:t>
            </a:r>
            <a:r>
              <a:rPr lang="en-US" sz="2400" b="1" dirty="0" err="1" smtClean="0">
                <a:solidFill>
                  <a:srgbClr val="FF0000"/>
                </a:solidFill>
              </a:rPr>
              <a:t>không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</a:rPr>
              <a:t>mùi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pháp</a:t>
            </a:r>
            <a:r>
              <a:rPr lang="en-US" sz="2400" dirty="0" smtClean="0"/>
              <a:t> </a:t>
            </a:r>
            <a:r>
              <a:rPr lang="en-US" sz="2400" dirty="0" err="1" smtClean="0"/>
              <a:t>chăn</a:t>
            </a:r>
            <a:r>
              <a:rPr lang="en-US" sz="2400" dirty="0" smtClean="0"/>
              <a:t> </a:t>
            </a:r>
            <a:r>
              <a:rPr lang="en-US" sz="2400" dirty="0" err="1" smtClean="0"/>
              <a:t>nuôi</a:t>
            </a:r>
            <a:r>
              <a:rPr lang="en-US" sz="2400" dirty="0" smtClean="0"/>
              <a:t> an </a:t>
            </a:r>
            <a:r>
              <a:rPr lang="en-US" sz="2400" dirty="0" err="1" smtClean="0"/>
              <a:t>toàn</a:t>
            </a:r>
            <a:r>
              <a:rPr lang="en-US" sz="2400" dirty="0" smtClean="0"/>
              <a:t> </a:t>
            </a:r>
            <a:r>
              <a:rPr lang="en-US" sz="2400" dirty="0" err="1" smtClean="0"/>
              <a:t>bền</a:t>
            </a:r>
            <a:r>
              <a:rPr lang="en-US" sz="2400" dirty="0" smtClean="0"/>
              <a:t> </a:t>
            </a:r>
            <a:r>
              <a:rPr lang="en-US" sz="2400" dirty="0" err="1" smtClean="0"/>
              <a:t>vững</a:t>
            </a:r>
            <a:r>
              <a:rPr lang="en-US" sz="2400" dirty="0" smtClean="0"/>
              <a:t> </a:t>
            </a:r>
            <a:r>
              <a:rPr lang="en-US" sz="2400" dirty="0" err="1" smtClean="0"/>
              <a:t>để</a:t>
            </a:r>
            <a:r>
              <a:rPr lang="en-US" sz="2400" dirty="0" smtClean="0"/>
              <a:t> </a:t>
            </a:r>
            <a:r>
              <a:rPr lang="en-US" sz="2400" dirty="0" err="1" smtClean="0"/>
              <a:t>cho</a:t>
            </a:r>
            <a:r>
              <a:rPr lang="en-US" sz="2400" dirty="0" smtClean="0"/>
              <a:t> </a:t>
            </a:r>
            <a:r>
              <a:rPr lang="en-US" sz="2400" dirty="0" err="1" smtClean="0"/>
              <a:t>tất</a:t>
            </a:r>
            <a:r>
              <a:rPr lang="en-US" sz="2400" dirty="0" smtClean="0"/>
              <a:t> </a:t>
            </a:r>
            <a:r>
              <a:rPr lang="en-US" sz="2400" dirty="0" err="1" smtClean="0"/>
              <a:t>cả</a:t>
            </a:r>
            <a:r>
              <a:rPr lang="en-US" sz="2400" dirty="0" smtClean="0"/>
              <a:t> </a:t>
            </a:r>
            <a:r>
              <a:rPr lang="en-US" sz="2400" dirty="0" err="1" smtClean="0"/>
              <a:t>môi</a:t>
            </a:r>
            <a:r>
              <a:rPr lang="en-US" sz="2400" dirty="0" smtClean="0"/>
              <a:t> </a:t>
            </a:r>
            <a:r>
              <a:rPr lang="en-US" sz="2400" dirty="0" err="1" smtClean="0"/>
              <a:t>trường</a:t>
            </a:r>
            <a:r>
              <a:rPr lang="en-US" sz="2400" dirty="0" smtClean="0"/>
              <a:t> </a:t>
            </a:r>
            <a:r>
              <a:rPr lang="en-US" sz="2400" dirty="0" err="1" smtClean="0"/>
              <a:t>nước</a:t>
            </a:r>
            <a:r>
              <a:rPr lang="en-US" sz="2400" dirty="0" smtClean="0"/>
              <a:t> </a:t>
            </a:r>
            <a:r>
              <a:rPr lang="en-US" sz="2400" dirty="0" err="1" smtClean="0"/>
              <a:t>cứng</a:t>
            </a:r>
            <a:r>
              <a:rPr lang="en-US" sz="2400" dirty="0" smtClean="0"/>
              <a:t>, </a:t>
            </a:r>
            <a:r>
              <a:rPr lang="en-US" sz="2400" dirty="0" err="1" smtClean="0"/>
              <a:t>phèn</a:t>
            </a:r>
            <a:r>
              <a:rPr lang="en-US" sz="2400" dirty="0" smtClean="0"/>
              <a:t>, </a:t>
            </a:r>
            <a:r>
              <a:rPr lang="en-US" sz="2400" dirty="0" err="1" smtClean="0"/>
              <a:t>nước</a:t>
            </a:r>
            <a:r>
              <a:rPr lang="en-US" sz="2400" dirty="0" smtClean="0"/>
              <a:t> pH </a:t>
            </a:r>
            <a:r>
              <a:rPr lang="en-US" sz="2400" dirty="0" err="1" smtClean="0"/>
              <a:t>thấp</a:t>
            </a:r>
            <a:r>
              <a:rPr lang="en-US" sz="2400" dirty="0" smtClean="0"/>
              <a:t>: </a:t>
            </a:r>
            <a:r>
              <a:rPr lang="vi-VN" sz="2400" dirty="0" smtClean="0"/>
              <a:t>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+ </a:t>
            </a:r>
            <a:r>
              <a:rPr lang="en-US" sz="2400" dirty="0" err="1" smtClean="0"/>
              <a:t>Tăng</a:t>
            </a:r>
            <a:r>
              <a:rPr lang="en-US" sz="2400" dirty="0" smtClean="0"/>
              <a:t> </a:t>
            </a:r>
            <a:r>
              <a:rPr lang="en-US" sz="2400" dirty="0" err="1" smtClean="0"/>
              <a:t>lượng</a:t>
            </a:r>
            <a:r>
              <a:rPr lang="en-US" sz="2400" dirty="0" smtClean="0"/>
              <a:t> </a:t>
            </a:r>
            <a:r>
              <a:rPr lang="en-US" sz="2400" dirty="0" err="1" smtClean="0"/>
              <a:t>ăn</a:t>
            </a:r>
            <a:r>
              <a:rPr lang="en-US" sz="2400" dirty="0" smtClean="0"/>
              <a:t> </a:t>
            </a:r>
            <a:r>
              <a:rPr lang="en-US" sz="2400" dirty="0" err="1" smtClean="0"/>
              <a:t>uống</a:t>
            </a:r>
            <a:r>
              <a:rPr lang="en-US" sz="2400" dirty="0" smtClean="0"/>
              <a:t>: </a:t>
            </a:r>
            <a:r>
              <a:rPr lang="en-US" sz="2400" dirty="0" err="1" smtClean="0"/>
              <a:t>Đặc</a:t>
            </a:r>
            <a:r>
              <a:rPr lang="en-US" sz="2400" dirty="0" smtClean="0"/>
              <a:t> </a:t>
            </a:r>
            <a:r>
              <a:rPr lang="en-US" sz="2400" dirty="0" err="1" smtClean="0"/>
              <a:t>biệt</a:t>
            </a:r>
            <a:r>
              <a:rPr lang="en-US" sz="2400" dirty="0" smtClean="0"/>
              <a:t> </a:t>
            </a:r>
            <a:r>
              <a:rPr lang="vi-VN" sz="2400" dirty="0" smtClean="0"/>
              <a:t>hỗ </a:t>
            </a:r>
            <a:r>
              <a:rPr lang="vi-VN" sz="2400" dirty="0"/>
              <a:t>trợ tăng </a:t>
            </a:r>
            <a:r>
              <a:rPr lang="vi-VN" sz="2400" dirty="0" smtClean="0"/>
              <a:t>trọng</a:t>
            </a:r>
            <a:r>
              <a:rPr lang="en-US" sz="2400" dirty="0" smtClean="0"/>
              <a:t>, FCR, </a:t>
            </a:r>
            <a:r>
              <a:rPr lang="en-US" sz="2400" dirty="0" err="1" smtClean="0"/>
              <a:t>tăng</a:t>
            </a:r>
            <a:r>
              <a:rPr lang="en-US" sz="2400" dirty="0" smtClean="0"/>
              <a:t> </a:t>
            </a:r>
            <a:r>
              <a:rPr lang="en-US" sz="2400" dirty="0" err="1" smtClean="0"/>
              <a:t>độ</a:t>
            </a:r>
            <a:r>
              <a:rPr lang="en-US" sz="2400" dirty="0" smtClean="0"/>
              <a:t> </a:t>
            </a:r>
            <a:r>
              <a:rPr lang="en-US" sz="2400" dirty="0" err="1" smtClean="0"/>
              <a:t>đồng</a:t>
            </a:r>
            <a:r>
              <a:rPr lang="en-US" sz="2400" dirty="0" smtClean="0"/>
              <a:t> </a:t>
            </a:r>
            <a:r>
              <a:rPr lang="en-US" sz="2400" dirty="0" err="1" smtClean="0"/>
              <a:t>đều</a:t>
            </a:r>
            <a:r>
              <a:rPr lang="en-US" sz="2400" dirty="0" smtClean="0"/>
              <a:t> </a:t>
            </a:r>
            <a:r>
              <a:rPr lang="en-US" sz="2400" dirty="0" err="1" smtClean="0"/>
              <a:t>đàn</a:t>
            </a:r>
            <a:r>
              <a:rPr lang="en-US" sz="2400" dirty="0" smtClean="0"/>
              <a:t> </a:t>
            </a:r>
            <a:r>
              <a:rPr lang="en-US" sz="2400" dirty="0" err="1" smtClean="0"/>
              <a:t>vật</a:t>
            </a:r>
            <a:r>
              <a:rPr lang="en-US" sz="2400" dirty="0" smtClean="0"/>
              <a:t> </a:t>
            </a:r>
            <a:r>
              <a:rPr lang="en-US" sz="2400" dirty="0" err="1" smtClean="0"/>
              <a:t>nuôi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+ </a:t>
            </a:r>
            <a:r>
              <a:rPr lang="en-US" sz="2400" dirty="0" err="1" smtClean="0"/>
              <a:t>Kiểm</a:t>
            </a:r>
            <a:r>
              <a:rPr lang="en-US" sz="2400" dirty="0" smtClean="0"/>
              <a:t> </a:t>
            </a:r>
            <a:r>
              <a:rPr lang="en-US" sz="2400" dirty="0" err="1" smtClean="0"/>
              <a:t>soát</a:t>
            </a:r>
            <a:r>
              <a:rPr lang="en-US" sz="2400" dirty="0" smtClean="0"/>
              <a:t> vi </a:t>
            </a:r>
            <a:r>
              <a:rPr lang="en-US" sz="2400" dirty="0" err="1" smtClean="0"/>
              <a:t>khuẩn</a:t>
            </a:r>
            <a:r>
              <a:rPr lang="en-US" sz="2400" dirty="0" smtClean="0"/>
              <a:t> </a:t>
            </a:r>
            <a:r>
              <a:rPr lang="en-US" sz="2400" dirty="0" err="1" smtClean="0"/>
              <a:t>đặc</a:t>
            </a:r>
            <a:r>
              <a:rPr lang="en-US" sz="2400" dirty="0" smtClean="0"/>
              <a:t> </a:t>
            </a:r>
            <a:r>
              <a:rPr lang="en-US" sz="2400" dirty="0" err="1" smtClean="0"/>
              <a:t>biệt</a:t>
            </a:r>
            <a:r>
              <a:rPr lang="en-US" sz="2400" dirty="0" smtClean="0"/>
              <a:t> </a:t>
            </a:r>
            <a:r>
              <a:rPr lang="vi-VN" sz="2400" dirty="0" smtClean="0"/>
              <a:t>khắc </a:t>
            </a:r>
            <a:r>
              <a:rPr lang="vi-VN" sz="2400" dirty="0"/>
              <a:t>chế vi </a:t>
            </a:r>
            <a:r>
              <a:rPr lang="vi-VN" sz="2400" dirty="0" smtClean="0"/>
              <a:t>khuẩn</a:t>
            </a:r>
            <a:r>
              <a:rPr lang="en-US" sz="2400" dirty="0" smtClean="0"/>
              <a:t> Clostridium </a:t>
            </a:r>
            <a:r>
              <a:rPr lang="en-US" sz="2400" dirty="0" err="1" smtClean="0"/>
              <a:t>Perfringens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+ </a:t>
            </a:r>
            <a:r>
              <a:rPr lang="en-US" sz="2400" dirty="0" err="1" smtClean="0"/>
              <a:t>Giảm</a:t>
            </a:r>
            <a:r>
              <a:rPr lang="en-US" sz="2400" dirty="0" smtClean="0"/>
              <a:t> </a:t>
            </a:r>
            <a:r>
              <a:rPr lang="en-US" sz="2400" dirty="0" err="1" smtClean="0"/>
              <a:t>mùi</a:t>
            </a:r>
            <a:r>
              <a:rPr lang="en-US" sz="2400" dirty="0" smtClean="0"/>
              <a:t> </a:t>
            </a:r>
            <a:r>
              <a:rPr lang="en-US" sz="2400" dirty="0" err="1" smtClean="0"/>
              <a:t>hôi</a:t>
            </a:r>
            <a:r>
              <a:rPr lang="en-US" sz="2400" dirty="0" smtClean="0"/>
              <a:t> </a:t>
            </a:r>
            <a:r>
              <a:rPr lang="en-US" sz="2400" dirty="0" err="1" smtClean="0"/>
              <a:t>trang</a:t>
            </a:r>
            <a:r>
              <a:rPr lang="en-US" sz="2400" dirty="0" smtClean="0"/>
              <a:t> </a:t>
            </a:r>
            <a:r>
              <a:rPr lang="en-US" sz="2400" dirty="0" err="1" smtClean="0"/>
              <a:t>trại</a:t>
            </a:r>
            <a:r>
              <a:rPr lang="en-US" sz="2400" dirty="0"/>
              <a:t>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912" b="1"/>
          <a:stretch/>
        </p:blipFill>
        <p:spPr>
          <a:xfrm>
            <a:off x="6938962" y="42863"/>
            <a:ext cx="2495176" cy="44577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31967" t="3651" r="32595" b="5339"/>
          <a:stretch/>
        </p:blipFill>
        <p:spPr>
          <a:xfrm>
            <a:off x="1828800" y="42863"/>
            <a:ext cx="2980893" cy="3643312"/>
          </a:xfrm>
          <a:prstGeom prst="rect">
            <a:avLst/>
          </a:prstGeom>
        </p:spPr>
      </p:pic>
      <p:sp>
        <p:nvSpPr>
          <p:cNvPr id="5" name="Plus 4"/>
          <p:cNvSpPr/>
          <p:nvPr/>
        </p:nvSpPr>
        <p:spPr>
          <a:xfrm>
            <a:off x="5786438" y="1728788"/>
            <a:ext cx="700087" cy="571500"/>
          </a:xfrm>
          <a:prstGeom prst="mathPlus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5333" y="3620631"/>
            <a:ext cx="2033805" cy="87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830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 Globacid dw (Pháp) + Mixtron (Ý): Hỗn Hợp Acid hữu cơ acid hoá nước uống về pH 3.5-4.5.   Giải pháp an toàn bền vững để xử lý nước uống chăn nuôi cho môi trường nước cứng, phèn, nhiễm bẩn:   + Sát trùng nước và đường nước uống, khắc chế vi khuẩn, virus gây bệnh. + Cải thiệu tiêu hoá hấp thu, hỗ trợ tăng trọng. + Giảm mùi hôi trang trại.</vt:lpstr>
      <vt:lpstr> Butirex (Tây Ban Nha) + Mixtron (Ý): Giải pháp cung cấp Butiric tan không mùi Giải pháp chăn nuôi an toàn bền vững để cho tất cả môi trường nước cứng, phèn, nước pH thấp:   + Tăng lượng ăn uống: Đặc biệt hỗ trợ tăng trọng, FCR, tăng độ đồng đều đàn vật nuôi + Kiểm soát vi khuẩn đặc biệt khắc chế vi khuẩn Clostridium Perfringens + Giảm mùi hôi trang trại.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Globacid dw (Pháp) + Mixtron (Ý) giải pháp xử lý nước uống chăn nuôi cho môi trường nước cứng, phèn, nhiễm bẩn:Acid hoá đường nước uống pH 3.5-4.5. Giúp:   + Sát trùng nước và đường nước uống, khắc chế vi khuẩn, virus gây bệnh + Cải thiệu tiêu hoá hấp thu, hỗ trợ tăng trọng  </dc:title>
  <dc:creator>Admin</dc:creator>
  <cp:lastModifiedBy>Admin</cp:lastModifiedBy>
  <cp:revision>7</cp:revision>
  <dcterms:created xsi:type="dcterms:W3CDTF">2025-12-06T04:31:35Z</dcterms:created>
  <dcterms:modified xsi:type="dcterms:W3CDTF">2025-12-06T05:23:42Z</dcterms:modified>
</cp:coreProperties>
</file>